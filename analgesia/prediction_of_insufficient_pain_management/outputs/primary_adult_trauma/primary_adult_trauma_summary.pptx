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Insufficient Pain Management Prediction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Primary Adult Trauma Cohort</a:t>
            </a:r>
          </a:p>
          <a:p>
            <a:r>
              <a:t>Generated: 2025-10-07 10:28 UTC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Performance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371600"/>
          <a:ext cx="73152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/>
                <a:gridCol w="3657600"/>
              </a:tblGrid>
              <a:tr h="381000">
                <a:tc>
                  <a:txBody>
                    <a:bodyPr/>
                    <a:lstStyle/>
                    <a:p>
                      <a:r>
                        <a:rPr b="1" sz="1400"/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b="1" sz="1400"/>
                        <a:t>Value</a:t>
                      </a: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sz="1400"/>
                        <a:t>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0.596</a:t>
                      </a: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sz="1400"/>
                        <a:t>PRECISION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0.362</a:t>
                      </a: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sz="1400"/>
                        <a:t>RECALL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0.619</a:t>
                      </a: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sz="1400"/>
                        <a:t>F1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0.457</a:t>
                      </a: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r>
                        <a:rPr sz="1400"/>
                        <a:t>ROC_AUC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400"/>
                        <a:t>0.637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Population Filter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Initial records: 12269</a:t>
            </a:r>
          </a:p>
          <a:p>
            <a:pPr lvl="1"/>
            <a:r>
              <a:t>Excluded VAS ≤ 3: 3805</a:t>
            </a:r>
          </a:p>
          <a:p>
            <a:pPr lvl="1"/>
            <a:r>
              <a:t>Removed duplicates: 51</a:t>
            </a:r>
          </a:p>
          <a:p>
            <a:pPr lvl="1"/>
            <a:r>
              <a:t>Excluded non-trauma: 1411</a:t>
            </a:r>
          </a:p>
          <a:p>
            <a:pPr lvl="1"/>
            <a:r>
              <a:t>Excluded secondary transports: 179</a:t>
            </a:r>
          </a:p>
          <a:p>
            <a:pPr lvl="1"/>
            <a:r>
              <a:t>Excluded pediatric (&lt;16): 762</a:t>
            </a:r>
          </a:p>
          <a:p>
            <a:pPr lvl="1"/>
            <a:r>
              <a:t>Final cohort size: 6061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ROC Curve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primary_adult_trauma_roc_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4876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Precision-Recall Curve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primary_adult_trauma_pr_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4876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Calibration Curve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pic>
        <p:nvPicPr>
          <p:cNvPr id="4" name="Picture 3" descr="primary_adult_trauma_calibration_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7315200" cy="4876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