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Analgesia Predictor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Updated preprocessing, metrics, and figures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Split Characteristics (Table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388620">
                <a:tc>
                  <a:txBody>
                    <a:bodyPr/>
                    <a:lstStyle/>
                    <a:p>
                      <a:r>
                        <a:t>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Outcome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 mean (SD)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Female patients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Female physicians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VAS_on_scene mean (SD)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NACA mean (SD)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46.8 ± 19.4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6.9 ± 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46.6 ± 19.3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6.8 ± 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45.3 ± 18.9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6.9 ± 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by Split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</a:tblGrid>
              <a:tr h="36576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Roc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Average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Brier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0.232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0.137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0.203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0.206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Cross-validation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ROC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Average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ROC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Average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 Comparison</a:t>
            </a:r>
          </a:p>
        </p:txBody>
      </p:sp>
      <p:pic>
        <p:nvPicPr>
          <p:cNvPr id="3" name="Picture 2" descr="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Brier Score Comparison</a:t>
            </a:r>
          </a:p>
        </p:txBody>
      </p:sp>
      <p:pic>
        <p:nvPicPr>
          <p:cNvPr id="3" name="Picture 2" descr="brier_sco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7724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Comparison</a:t>
            </a:r>
          </a:p>
        </p:txBody>
      </p:sp>
      <p:pic>
        <p:nvPicPr>
          <p:cNvPr id="3" name="Picture 2" descr="ro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772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Precision-Recall Curve</a:t>
            </a:r>
          </a:p>
        </p:txBody>
      </p:sp>
      <p:pic>
        <p:nvPicPr>
          <p:cNvPr id="3" name="Picture 2" descr="p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772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Calibration Curve</a:t>
            </a:r>
          </a:p>
        </p:txBody>
      </p:sp>
      <p:pic>
        <p:nvPicPr>
          <p:cNvPr id="3" name="Picture 2" descr="calibr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7724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– Top Positive Coefficients</a:t>
            </a:r>
          </a:p>
        </p:txBody>
      </p:sp>
      <p:pic>
        <p:nvPicPr>
          <p:cNvPr id="3" name="Picture 2" descr="logistic_top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772400" cy="55517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– Top Negative Coefficients</a:t>
            </a:r>
          </a:p>
        </p:txBody>
      </p:sp>
      <p:pic>
        <p:nvPicPr>
          <p:cNvPr id="3" name="Picture 2" descr="logistic_top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772400" cy="55517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– Largest Absolute Effects</a:t>
            </a:r>
          </a:p>
        </p:txBody>
      </p:sp>
      <p:pic>
        <p:nvPicPr>
          <p:cNvPr id="3" name="Picture 2" descr="logistic_top_magn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772400" cy="55517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Feature Importances</a:t>
            </a:r>
          </a:p>
        </p:txBody>
      </p:sp>
      <p:pic>
        <p:nvPicPr>
          <p:cNvPr id="3" name="Picture 2" descr="xgboost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772400" cy="5551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