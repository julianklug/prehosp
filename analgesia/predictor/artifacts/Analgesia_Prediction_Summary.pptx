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Analgesia Prediction Tool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Methods &amp; Results Summary</a:t>
            </a:r>
          </a:p>
          <a:p>
            <a:r>
              <a:t>Generated 2025-10-04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Cohort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missions available: 12,269</a:t>
            </a:r>
          </a:p>
          <a:p>
            <a:r>
              <a:t>Filtered adult primary trauma missions: 5,208</a:t>
            </a:r>
          </a:p>
          <a:p>
            <a:r>
              <a:t>Outcome prevalence (VAS_on_arrival &gt; 3): 1,685 / 5,208 (32.4%)</a:t>
            </a:r>
          </a:p>
          <a:p>
            <a:r>
              <a:t>Training 3,332 (32.4%) | Validation 834 (32.4%) | Testing 1,042 (32.3%)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Prehospital inputs: 21 numeric, 66 categorical, 5 multi-label text columns</a:t>
            </a:r>
          </a:p>
          <a:p>
            <a:r>
              <a:t>Engineered additions:</a:t>
            </a:r>
          </a:p>
          <a:p>
            <a:pPr lvl="1"/>
            <a:r>
              <a:t>PLZ (combined from PLZ/PLZ4)</a:t>
            </a:r>
          </a:p>
          <a:p>
            <a:pPr lvl="1"/>
            <a:r>
              <a:t>doctor_age (reference year 2025)</a:t>
            </a:r>
          </a:p>
          <a:p>
            <a:pPr lvl="1"/>
            <a:r>
              <a:t>doctor_sex (mapped from roster)</a:t>
            </a:r>
          </a:p>
          <a:p>
            <a:pPr lvl="1"/>
            <a:r>
              <a:t>doctor_specialist_qualifications (from metadata)</a:t>
            </a:r>
          </a:p>
          <a:p>
            <a:r>
              <a:t>Categoricals encoded with OneHot, multi-label columns expanded with top-K token indicators.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Modelling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Models: balanced Logistic Regression + XGBoost (hist tree method)</a:t>
            </a:r>
          </a:p>
          <a:p>
            <a:r>
              <a:t>Preprocessing: median/mode imputation, scaling, sparse encoding</a:t>
            </a:r>
          </a:p>
          <a:p>
            <a:r>
              <a:t>Split: 64% train / 16% validation / 20% test (stratified)</a:t>
            </a:r>
          </a:p>
          <a:p>
            <a:r>
              <a:t>Hyperparameter tuning: randomized 40-iteration search on validation AP (accepted only if &gt;= baseline)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XGBoost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Validation 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0.681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Validation PR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Test 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Test PR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Randomized search (iterations: 40, scoring: average_precision)</a:t>
            </a:r>
          </a:p>
          <a:p>
            <a:r>
              <a:t>Baseline validation average_precision: 0.507</a:t>
            </a:r>
          </a:p>
          <a:p>
            <a:r>
              <a:t>Best CV average_precision: 0.529</a:t>
            </a:r>
          </a:p>
          <a:p>
            <a:r>
              <a:t>Validation average_precision after tuning: 0.520</a:t>
            </a:r>
          </a:p>
          <a:p>
            <a:r>
              <a:t>Status: Tuned parameters accepted</a:t>
            </a:r>
          </a:p>
          <a:p>
            <a:r>
              <a:t>Key parameters:</a:t>
            </a:r>
          </a:p>
          <a:p>
            <a:pPr lvl="1"/>
            <a:r>
              <a:t>colsample_bytree = 0.6980</a:t>
            </a:r>
          </a:p>
          <a:p>
            <a:pPr lvl="1"/>
            <a:r>
              <a:t>gamma = 0.1857</a:t>
            </a:r>
          </a:p>
          <a:p>
            <a:pPr lvl="1"/>
            <a:r>
              <a:t>learning_rate = 0.0541</a:t>
            </a:r>
          </a:p>
          <a:p>
            <a:pPr lvl="1"/>
            <a:r>
              <a:t>max_depth = 6</a:t>
            </a:r>
          </a:p>
          <a:p>
            <a:pPr lvl="1"/>
            <a:r>
              <a:t>min_child_weight = 1.4356</a:t>
            </a:r>
          </a:p>
          <a:p>
            <a:pPr lvl="1"/>
            <a:r>
              <a:t>n_estimators = 448</a:t>
            </a:r>
          </a:p>
          <a:p>
            <a:pPr lvl="1"/>
            <a:r>
              <a:t>reg_alpha = 0.0002</a:t>
            </a:r>
          </a:p>
          <a:p>
            <a:pPr lvl="1"/>
            <a:r>
              <a:t>reg_lambda = 3.9463</a:t>
            </a:r>
          </a:p>
          <a:p>
            <a:pPr lvl="1"/>
            <a:r>
              <a:t>subsample = 0.8751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Assess calibration and threshold tuning for deployment scenarios</a:t>
            </a:r>
          </a:p>
          <a:p>
            <a:r>
              <a:t>Investigate interaction features and temporal covariates</a:t>
            </a:r>
          </a:p>
          <a:p>
            <a:r>
              <a:t>Expand validation with recent missions to monitor drift</a:t>
            </a:r>
          </a:p>
          <a:p>
            <a:r>
              <a:t>Package pipelines into reproducible scoring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